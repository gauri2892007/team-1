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8915400" y="2331720"/>
            <a:ext cx="2194560" cy="21945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handsAs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8346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94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05156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Sign Language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Translator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sign language into speech, in real time.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6675120" cy="0"/>
          </a:xfrm>
          <a:prstGeom prst="line">
            <a:avLst/>
          </a:prstGeom>
          <a:noFill/>
          <a:ln w="12700">
            <a:solidFill>
              <a:srgbClr val="1C5A5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37261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593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32588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Gouri Dehare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friend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5491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416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325880" y="4663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Gouri Dehare  •  Shamli Zalke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brai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53721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5239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AI AGENT DOMAIN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1325880" y="54864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Assistive Communication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(Computer Vision + NLP + Speech Synthesis)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640080" cy="640080"/>
          </a:xfrm>
          <a:prstGeom prst="ellipse">
            <a:avLst/>
          </a:prstGeom>
          <a:solidFill>
            <a:srgbClr val="D9F0EC"/>
          </a:solidFill>
          <a:ln/>
        </p:spPr>
      </p:sp>
      <p:pic>
        <p:nvPicPr>
          <p:cNvPr id="4" name="Image 0" descr="warning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56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716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50876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70 million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 and hard-of-hearing people worldwide rely on sign language as their primary means of communication — yet most hearing people cannot understand it, creating a daily communication barrier.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94A8A8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3291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target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33969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246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problem?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77240" y="3685032"/>
            <a:ext cx="48920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real-time, low-cost tool exists that instantly converts sign language into spoken language, so communication between signers and non-signers stays slow and dependent on interpreters.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355080" y="306324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94A8A8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0" y="3291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friends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36" y="339699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23760" y="3246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experiences this?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583680" y="3685032"/>
            <a:ext cx="48920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 and hard-of-hearing individuals, their families, teachers, doctors, and employers who don't know sign language.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489204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94A8A8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5120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globe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522579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5074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it occur?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77240" y="5513832"/>
            <a:ext cx="48920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Hospitals, schools, government offices, workplaces, retail counters, and everyday public interactions.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355080" y="489204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94A8A8">
                <a:alpha val="2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583680" y="5120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warning_02809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836" y="5225796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23760" y="5074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pain point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6583680" y="5513832"/>
            <a:ext cx="48920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interpreters are expensive (₹500–₹2,000/hr) and often unavailable on short notice, leaving urgent needs unmet.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150" i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specific, measurable improvement — cut translation wait time from minutes (finding an interpreter) to under 2 seconds, at near-zero marginal cost per use.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You Choose This Problem?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0F3A4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he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19156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73352"/>
            <a:ext cx="283464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important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526280" y="1673352"/>
            <a:ext cx="6858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is a basic human right. Closing this gap improves independence, safety, and dignity for millions in daily life.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670048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0F3A40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852928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friend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" y="298551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743200"/>
            <a:ext cx="283464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26280" y="2743200"/>
            <a:ext cx="6858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 &amp; hard-of-hearing individuals, their families, educators, healthcare staff, and businesses serving diverse customers.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39896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0F3A40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922776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bra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405536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813048"/>
            <a:ext cx="283464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AI Agent fits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526280" y="3813048"/>
            <a:ext cx="6858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(gesture/pose recognition) + NLP + speech synthesis can run continuously, in real time, without a human interpreter present.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809744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0F3A40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992624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lay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512521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882896"/>
            <a:ext cx="283464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526280" y="4882896"/>
            <a:ext cx="6858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live video input, gesture-to-text translation, and instant text-to-speech in one lightweight, mobile-first pipeline.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879592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0F3A40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6062472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char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" y="6195060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952744"/>
            <a:ext cx="283464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26280" y="5952744"/>
            <a:ext cx="6858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classrooms, hospitals, and public service desks — turning one-time interpreter costs into a reusable, low-cost AI service.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640080" cy="640080"/>
          </a:xfrm>
          <a:prstGeom prst="ellipse">
            <a:avLst/>
          </a:prstGeom>
          <a:solidFill>
            <a:srgbClr val="D9F0EC"/>
          </a:solidFill>
          <a:ln/>
        </p:spPr>
      </p:sp>
      <p:pic>
        <p:nvPicPr>
          <p:cNvPr id="4" name="Image 0" descr="dollar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56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71600" y="53035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Market Cost Breakdown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to build &amp; run an MVP AI Sign Language Translator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2743200"/>
        </p:xfrm>
        <a:graphic>
          <a:graphicData uri="http://schemas.openxmlformats.org/drawingml/2006/table">
            <a:tbl>
              <a:tblPr/>
              <a:tblGrid>
                <a:gridCol w="2468880"/>
                <a:gridCol w="630936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&amp; model training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Sign-gesture dataset collection/licensing + training a pose-estimation &amp; classification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 – $3,000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app development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capture, gesture recognition pipeline, UI/UX (2-person student team, part-time)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$8,000 – $25,000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 synthesis (TTS)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text-to-speech for converting translated text into natural speech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 – $16 per 1M characters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compute / hosting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inference + backend server for real-time video processing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 – $300 /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&amp; maintenance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across devices, bug fixes, accuracy tuning post-launch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 – $2,000 /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8920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0B2E33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5029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BUILD (ONE-TIME)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77240" y="52852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$9K – $28K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777240" y="5897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student-team prototype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206240" y="48920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sp>
        <p:nvSpPr>
          <p:cNvPr id="14" name="Text 10"/>
          <p:cNvSpPr/>
          <p:nvPr/>
        </p:nvSpPr>
        <p:spPr>
          <a:xfrm>
            <a:off x="4434840" y="5029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RUNNING COST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434840" y="52852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$550 – $2.3K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4434840" y="5897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+ TTS + upkeep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863840" y="4892040"/>
            <a:ext cx="3794760" cy="1417320"/>
          </a:xfrm>
          <a:prstGeom prst="roundRect">
            <a:avLst>
              <a:gd name="adj" fmla="val 5161"/>
            </a:avLst>
          </a:prstGeom>
          <a:solidFill>
            <a:srgbClr val="F4FAF9"/>
          </a:solidFill>
          <a:ln w="12700">
            <a:solidFill>
              <a:srgbClr val="CFE8E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092440" y="5029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TRANSLATION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8092440" y="528523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$0.01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8092440" y="5897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below a human interpreter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industry AI/translation-app development cost benchmarks (2025–2026); cloud TTS list pricing.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2026-08-01T13:57:36Z</dcterms:created>
  <dcterms:modified xsi:type="dcterms:W3CDTF">2026-08-01T13:57:36Z</dcterms:modified>
</cp:coreProperties>
</file>